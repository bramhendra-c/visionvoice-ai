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77" r:id="rId18"/>
    <p:sldId id="278" r:id="rId19"/>
    <p:sldId id="279" r:id="rId20"/>
    <p:sldId id="270" r:id="rId21"/>
    <p:sldId id="271" r:id="rId22"/>
    <p:sldId id="273" r:id="rId23"/>
    <p:sldId id="274" r:id="rId24"/>
    <p:sldId id="27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F33D-82C4-EE21-2E2D-DDCC786B2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0492" y="1928553"/>
            <a:ext cx="7871012" cy="1363287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Internship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Report &amp; project review-2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71F61-558A-E31D-ED6A-3A9A59DA1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8164" y="3429000"/>
            <a:ext cx="6815669" cy="1650252"/>
          </a:xfrm>
        </p:spPr>
        <p:txBody>
          <a:bodyPr>
            <a:noAutofit/>
          </a:bodyPr>
          <a:lstStyle/>
          <a:p>
            <a:r>
              <a:rPr lang="en-US" sz="1800" dirty="0"/>
              <a:t>INTERNSHIP PERIOD: 7 - Jule -2025 / 21 – </a:t>
            </a:r>
            <a:r>
              <a:rPr lang="en-IN" sz="1800" dirty="0"/>
              <a:t>August - 2025</a:t>
            </a:r>
          </a:p>
          <a:p>
            <a:r>
              <a:rPr lang="en-US" sz="1800" dirty="0"/>
              <a:t> STUDENT NAME : </a:t>
            </a:r>
            <a:r>
              <a:rPr lang="en-US" sz="1800" dirty="0" err="1"/>
              <a:t>Bramhendra</a:t>
            </a:r>
            <a:r>
              <a:rPr lang="en-US" sz="1800" dirty="0"/>
              <a:t> C</a:t>
            </a:r>
          </a:p>
          <a:p>
            <a:r>
              <a:rPr lang="en-US" sz="1800" dirty="0"/>
              <a:t>ROLLNO- 23691A282 - III CST SEC - A</a:t>
            </a:r>
          </a:p>
          <a:p>
            <a:r>
              <a:rPr lang="en-US" sz="1800" dirty="0"/>
              <a:t>REVIEW DATE : 22-10-2025</a:t>
            </a:r>
          </a:p>
          <a:p>
            <a:r>
              <a:rPr lang="en-US" sz="1800" dirty="0"/>
              <a:t>INTERNSHIP MENTOR: Mr. </a:t>
            </a:r>
            <a:r>
              <a:rPr lang="en-US" sz="1800" dirty="0" err="1"/>
              <a:t>P.Lakshmi</a:t>
            </a:r>
            <a:r>
              <a:rPr lang="en-US" sz="1800" dirty="0"/>
              <a:t> Ramana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04332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1E0A-7FD9-7E73-B0A8-E930CE4C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ABOUT INDUSTRY/ORGANIZATION DETAILS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EF31D45-F1D6-51D0-B74B-75022C8ECE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3200737"/>
            <a:ext cx="96735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ELiteTech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Adarsh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elitetechintern.com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Establishment Year: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 of Services: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ELiteTech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 is an IT Service company that provides a 6-week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	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internship program in the field of Artificial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provided certificate does not contain a physical address for the company.</a:t>
            </a:r>
          </a:p>
        </p:txBody>
      </p:sp>
    </p:spTree>
    <p:extLst>
      <p:ext uri="{BB962C8B-B14F-4D97-AF65-F5344CB8AC3E}">
        <p14:creationId xmlns:p14="http://schemas.microsoft.com/office/powerpoint/2010/main" val="3020038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D889-A824-D9F1-5889-581A7E63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Internship Certificate </a:t>
            </a:r>
          </a:p>
        </p:txBody>
      </p:sp>
      <p:pic>
        <p:nvPicPr>
          <p:cNvPr id="5" name="Content Placeholder 4" descr="A certificate of completion with blue and white design">
            <a:extLst>
              <a:ext uri="{FF2B5EF4-FFF2-40B4-BE49-F238E27FC236}">
                <a16:creationId xmlns:a16="http://schemas.microsoft.com/office/drawing/2014/main" id="{4C33C09A-9AB3-11CA-AEAC-EF434D197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8366" y="2557463"/>
            <a:ext cx="7375162" cy="3317875"/>
          </a:xfrm>
        </p:spPr>
      </p:pic>
    </p:spTree>
    <p:extLst>
      <p:ext uri="{BB962C8B-B14F-4D97-AF65-F5344CB8AC3E}">
        <p14:creationId xmlns:p14="http://schemas.microsoft.com/office/powerpoint/2010/main" val="199745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7586-1716-AB04-A846-A17916FD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My Internship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BECF2DF-2AF0-CD86-ADF5-18B56245F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3" y="2750125"/>
            <a:ext cx="9793776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Internship Description</a:t>
            </a:r>
            <a:endParaRPr lang="en-US" sz="2400" b="1" dirty="0">
              <a:latin typeface="Arial" panose="020B0604020202020204" pitchFamily="34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VisionVoice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Python-based AI assistant integrating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Control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 (CV)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enhance user productivity.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performs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face detection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focus tracking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providing immediate auditory and visual feedback.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Seamlessly fetches external data, including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reports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via API integration while maintaining concurrent video processing.</a:t>
            </a:r>
          </a:p>
          <a:p>
            <a:pPr marL="0" indent="0">
              <a:buNone/>
            </a:pPr>
            <a:r>
              <a:rPr lang="en-IN" sz="2400" b="1" dirty="0"/>
              <a:t>Things learned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NLP , Computer Vision, API integration, Modular </a:t>
            </a:r>
            <a:r>
              <a:rPr lang="en-IN" sz="2000" b="1" dirty="0" err="1"/>
              <a:t>Programing</a:t>
            </a:r>
            <a:r>
              <a:rPr lang="en-IN" sz="2000" b="1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1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2D0E-A682-236B-C3DE-B5E34853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IN" dirty="0">
                <a:solidFill>
                  <a:srgbClr val="FF0000"/>
                </a:solidFill>
              </a:rPr>
              <a:t>PECIFIC TASKS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7191BC-F1B3-4978-7B0C-17EE127B3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817624"/>
              </p:ext>
            </p:extLst>
          </p:nvPr>
        </p:nvGraphicFramePr>
        <p:xfrm>
          <a:off x="1295401" y="2540816"/>
          <a:ext cx="9601196" cy="3686450"/>
        </p:xfrm>
        <a:graphic>
          <a:graphicData uri="http://schemas.openxmlformats.org/drawingml/2006/table">
            <a:tbl>
              <a:tblPr/>
              <a:tblGrid>
                <a:gridCol w="4800598">
                  <a:extLst>
                    <a:ext uri="{9D8B030D-6E8A-4147-A177-3AD203B41FA5}">
                      <a16:colId xmlns:a16="http://schemas.microsoft.com/office/drawing/2014/main" val="3774386829"/>
                    </a:ext>
                  </a:extLst>
                </a:gridCol>
                <a:gridCol w="4800598">
                  <a:extLst>
                    <a:ext uri="{9D8B030D-6E8A-4147-A177-3AD203B41FA5}">
                      <a16:colId xmlns:a16="http://schemas.microsoft.com/office/drawing/2014/main" val="1019843159"/>
                    </a:ext>
                  </a:extLst>
                </a:gridCol>
              </a:tblGrid>
              <a:tr h="374599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Area</a:t>
                      </a:r>
                      <a:endParaRPr lang="en-IN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Tasks &amp; Achievements</a:t>
                      </a:r>
                      <a:endParaRPr lang="en-IN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654986"/>
                  </a:ext>
                </a:extLst>
              </a:tr>
              <a:tr h="615412"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Computer Vision (CV)</a:t>
                      </a:r>
                      <a:endParaRPr lang="en-IN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Real-Time Face Detection</a:t>
                      </a:r>
                      <a:r>
                        <a:rPr lang="en-US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(OpenCV/Haar Cascades) and </a:t>
                      </a:r>
                      <a:r>
                        <a:rPr lang="en-US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Focus State Tracking</a:t>
                      </a:r>
                      <a:r>
                        <a:rPr lang="en-US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921820"/>
                  </a:ext>
                </a:extLst>
              </a:tr>
              <a:tr h="856226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Voice/AI</a:t>
                      </a:r>
                      <a:endParaRPr lang="en-IN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Implemented </a:t>
                      </a:r>
                      <a:r>
                        <a:rPr lang="en-US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Speech Recognition</a:t>
                      </a:r>
                      <a:r>
                        <a:rPr lang="en-US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Text-to-Speech (TTS)</a:t>
                      </a:r>
                      <a:r>
                        <a:rPr lang="en-US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for system feedback and command processing.</a:t>
                      </a: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573158"/>
                  </a:ext>
                </a:extLst>
              </a:tr>
              <a:tr h="856226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Integration</a:t>
                      </a:r>
                      <a:endParaRPr lang="en-IN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Developed a </a:t>
                      </a: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Concurrent Architecture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(Threading) to run vision and listening simultaneously.</a:t>
                      </a: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129965"/>
                  </a:ext>
                </a:extLst>
              </a:tr>
              <a:tr h="615412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APIs</a:t>
                      </a:r>
                      <a:endParaRPr lang="en-IN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Integrated </a:t>
                      </a: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external APIs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(e.g., weather) to deliver dynamic, voice-requested information.</a:t>
                      </a:r>
                    </a:p>
                  </a:txBody>
                  <a:tcPr marL="100339" marR="100339" marT="66893" marB="6689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049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1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74DB8-3124-6175-4611-3C78B5303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98757"/>
            <a:ext cx="9601196" cy="1303867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The Project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E9304-1AD1-229F-FCCE-AA9D933A1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Problem &amp;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r>
              <a:rPr lang="en-US" dirty="0"/>
              <a:t> User distraction and lack of real-time productivity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Solution:</a:t>
            </a:r>
            <a:r>
              <a:rPr lang="en-US" dirty="0"/>
              <a:t> Develop </a:t>
            </a:r>
            <a:r>
              <a:rPr lang="en-US" b="1" dirty="0" err="1"/>
              <a:t>VisionVoice</a:t>
            </a:r>
            <a:r>
              <a:rPr lang="en-US" dirty="0"/>
              <a:t>, a Python AI Assistant combining </a:t>
            </a:r>
            <a:r>
              <a:rPr lang="en-US" b="1" dirty="0"/>
              <a:t>Computer Vision</a:t>
            </a:r>
            <a:r>
              <a:rPr lang="en-US" dirty="0"/>
              <a:t> and </a:t>
            </a:r>
            <a:r>
              <a:rPr lang="en-US" b="1" dirty="0"/>
              <a:t>Voice Control</a:t>
            </a:r>
            <a:r>
              <a:rPr lang="en-US" dirty="0"/>
              <a:t> for real-time focus monitoring and intervention</a:t>
            </a:r>
          </a:p>
          <a:p>
            <a:pPr>
              <a:buNone/>
            </a:pPr>
            <a:r>
              <a:rPr lang="en-US" b="1" dirty="0"/>
              <a:t>Goal:</a:t>
            </a:r>
          </a:p>
          <a:p>
            <a:r>
              <a:rPr lang="en-US" dirty="0"/>
              <a:t>Build a responsive, integrated system to actively manage and improve user focus.</a:t>
            </a:r>
          </a:p>
        </p:txBody>
      </p:sp>
    </p:spTree>
    <p:extLst>
      <p:ext uri="{BB962C8B-B14F-4D97-AF65-F5344CB8AC3E}">
        <p14:creationId xmlns:p14="http://schemas.microsoft.com/office/powerpoint/2010/main" val="207101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74240-90D0-036A-27DA-FF1F6569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Title of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DC564-89AF-9AE7-9B80-92FA52DEE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VisionVoice</a:t>
            </a:r>
            <a:r>
              <a:rPr lang="en-US" dirty="0"/>
              <a:t> – An Intelligent Focus Tracking and Voice Command System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343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ED43-E0DB-C8BF-6C81-73ACCDF8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Objective of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1C67F-1E5A-7F35-C514-83AD79F10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b="1" dirty="0"/>
              <a:t>develop and integrate</a:t>
            </a:r>
            <a:r>
              <a:rPr lang="en-US" dirty="0"/>
              <a:t> a </a:t>
            </a:r>
            <a:r>
              <a:rPr lang="en-US" b="1" dirty="0"/>
              <a:t>Python AI Assistant</a:t>
            </a:r>
            <a:r>
              <a:rPr lang="en-US" dirty="0"/>
              <a:t> that uses </a:t>
            </a:r>
            <a:r>
              <a:rPr lang="en-US" b="1" dirty="0"/>
              <a:t>Computer Vision</a:t>
            </a:r>
            <a:r>
              <a:rPr lang="en-US" dirty="0"/>
              <a:t> (face detection) and </a:t>
            </a:r>
            <a:r>
              <a:rPr lang="en-US" b="1" dirty="0"/>
              <a:t>Voice Control</a:t>
            </a:r>
            <a:r>
              <a:rPr lang="en-US" dirty="0"/>
              <a:t> to provide </a:t>
            </a:r>
            <a:r>
              <a:rPr lang="en-US" b="1" dirty="0"/>
              <a:t>real-time focus monitoring</a:t>
            </a:r>
            <a:r>
              <a:rPr lang="en-US" dirty="0"/>
              <a:t> and </a:t>
            </a:r>
            <a:r>
              <a:rPr lang="en-US" b="1" dirty="0"/>
              <a:t>proactive interventions</a:t>
            </a:r>
            <a:r>
              <a:rPr lang="en-US" dirty="0"/>
              <a:t>, thereby improving user productivity.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98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B291-D68C-E2E5-881A-38E349E3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7E5ED-9E57-2579-2F1D-799850DB0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 err="1"/>
              <a:t>VisionVoice</a:t>
            </a:r>
            <a:r>
              <a:rPr lang="en-US" sz="2000" dirty="0"/>
              <a:t> is a </a:t>
            </a:r>
            <a:r>
              <a:rPr lang="en-US" sz="2000" b="1" dirty="0"/>
              <a:t>Python AI Assistant</a:t>
            </a:r>
            <a:r>
              <a:rPr lang="en-US" sz="2000" dirty="0"/>
              <a:t> combining </a:t>
            </a:r>
            <a:r>
              <a:rPr lang="en-US" sz="2000" b="1" dirty="0"/>
              <a:t>Computer Vision (CV)</a:t>
            </a:r>
            <a:r>
              <a:rPr lang="en-US" sz="2000" dirty="0"/>
              <a:t> and </a:t>
            </a:r>
            <a:r>
              <a:rPr lang="en-US" sz="2000" b="1" dirty="0"/>
              <a:t>Voice Control</a:t>
            </a:r>
            <a:r>
              <a:rPr lang="en-US" sz="2000" dirty="0"/>
              <a:t> to enhance productivity. It performs </a:t>
            </a:r>
            <a:r>
              <a:rPr lang="en-US" sz="2000" b="1" dirty="0"/>
              <a:t>real-time face detection</a:t>
            </a:r>
            <a:r>
              <a:rPr lang="en-US" sz="2000" dirty="0"/>
              <a:t> to track user focus and utilizes </a:t>
            </a:r>
            <a:r>
              <a:rPr lang="en-US" sz="2000" b="1" dirty="0"/>
              <a:t>NLP</a:t>
            </a:r>
            <a:r>
              <a:rPr lang="en-US" sz="2000" dirty="0"/>
              <a:t> for voice commands and API-based data retrieval. The system runs on a </a:t>
            </a:r>
            <a:r>
              <a:rPr lang="en-US" sz="2000" b="1" dirty="0"/>
              <a:t>concurrent, modular architecture</a:t>
            </a:r>
            <a:r>
              <a:rPr lang="en-US" sz="2000" dirty="0"/>
              <a:t>, providing proactive, audio-visual feedback based on the user's focus state..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3738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991C-71BF-860C-CCB6-357092FF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Existing system with its disadvantages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5A8708-3143-2384-985C-1BE15F0F8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4772" y="2580035"/>
            <a:ext cx="10640290" cy="413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IN" sz="2000" b="1" dirty="0"/>
              <a:t>Existing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Standard Voice Assistants:</a:t>
            </a:r>
            <a:r>
              <a:rPr lang="en-IN" sz="2000" dirty="0"/>
              <a:t> Systems like Google Assistant or Siri.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Separate Face Detection Software:</a:t>
            </a:r>
            <a:r>
              <a:rPr lang="en-IN" sz="2000" dirty="0"/>
              <a:t> Standalone Computer Vision (CV) programs.</a:t>
            </a:r>
          </a:p>
          <a:p>
            <a:pPr marL="0" indent="0">
              <a:buNone/>
            </a:pPr>
            <a:r>
              <a:rPr lang="en-IN" sz="2000" b="1" dirty="0"/>
              <a:t>Disadvantages</a:t>
            </a:r>
          </a:p>
          <a:p>
            <a:r>
              <a:rPr lang="en-IN" sz="2000" dirty="0"/>
              <a:t>Voice Assistants</a:t>
            </a:r>
            <a:r>
              <a:rPr lang="en-IN" sz="2000" b="1" dirty="0"/>
              <a:t> - </a:t>
            </a:r>
            <a:r>
              <a:rPr lang="en-US" sz="2000" b="1" dirty="0"/>
              <a:t>Purely Reactive:</a:t>
            </a:r>
            <a:r>
              <a:rPr lang="en-US" sz="2000" dirty="0"/>
              <a:t> They wait for commands and lack awareness of the user's physical presence or attention.</a:t>
            </a:r>
            <a:endParaRPr lang="en-IN" sz="2000" b="1" dirty="0"/>
          </a:p>
          <a:p>
            <a:r>
              <a:rPr lang="en-IN" sz="2000" dirty="0"/>
              <a:t>Vision System</a:t>
            </a:r>
            <a:r>
              <a:rPr lang="en-IN" sz="2000" b="1" dirty="0"/>
              <a:t>s - </a:t>
            </a:r>
            <a:r>
              <a:rPr lang="en-US" sz="2000" b="1" dirty="0"/>
              <a:t>Passive:</a:t>
            </a:r>
            <a:r>
              <a:rPr lang="en-US" sz="2000" dirty="0"/>
              <a:t> They perform monitoring but do not offer interactive, voice-based functionality.</a:t>
            </a:r>
            <a:endParaRPr lang="en-IN" sz="2000" b="1" dirty="0"/>
          </a:p>
          <a:p>
            <a:r>
              <a:rPr lang="en-IN" sz="2000" dirty="0"/>
              <a:t>Integration</a:t>
            </a:r>
            <a:r>
              <a:rPr lang="en-IN" sz="2000" b="1" dirty="0"/>
              <a:t> - </a:t>
            </a:r>
            <a:r>
              <a:rPr lang="en-US" sz="2000" b="1" dirty="0"/>
              <a:t>Lack of Integration</a:t>
            </a:r>
            <a:r>
              <a:rPr lang="en-US" sz="2000" dirty="0"/>
              <a:t> between the voice (input/output) and vision (monitoring) modes.</a:t>
            </a: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16642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3876-E376-B3CB-A943-518DBC4A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Proposed system with 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B5238-FD2C-9D67-F815-A25948867F43}"/>
              </a:ext>
            </a:extLst>
          </p:cNvPr>
          <p:cNvSpPr txBox="1"/>
          <p:nvPr/>
        </p:nvSpPr>
        <p:spPr>
          <a:xfrm>
            <a:off x="1295402" y="2527070"/>
            <a:ext cx="96011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Proposed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single, unified application that integrates both </a:t>
            </a:r>
            <a:r>
              <a:rPr lang="en-US" sz="2000" b="1" dirty="0"/>
              <a:t>voice control</a:t>
            </a:r>
            <a:r>
              <a:rPr lang="en-US" sz="2000" dirty="0"/>
              <a:t> and </a:t>
            </a:r>
            <a:r>
              <a:rPr lang="en-US" sz="2000" b="1" dirty="0"/>
              <a:t>vision-based attention tracking</a:t>
            </a:r>
            <a:r>
              <a:rPr lang="en-US" sz="2000" dirty="0"/>
              <a:t> (</a:t>
            </a:r>
            <a:r>
              <a:rPr lang="en-US" sz="2000" dirty="0" err="1"/>
              <a:t>VisionVoice</a:t>
            </a:r>
            <a:r>
              <a:rPr lang="en-US" sz="2000" dirty="0"/>
              <a:t>).</a:t>
            </a:r>
          </a:p>
          <a:p>
            <a:pPr>
              <a:buNone/>
            </a:pPr>
            <a:r>
              <a:rPr lang="en-US" sz="2000" b="1" dirty="0"/>
              <a:t>Key 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Multi-Modal:</a:t>
            </a:r>
            <a:r>
              <a:rPr lang="en-US" sz="2000" dirty="0"/>
              <a:t> The user can interact actively using </a:t>
            </a:r>
            <a:r>
              <a:rPr lang="en-US" sz="2000" b="1" dirty="0"/>
              <a:t>voice</a:t>
            </a:r>
            <a:r>
              <a:rPr lang="en-US" sz="2000" dirty="0"/>
              <a:t> while the system passively monitors their </a:t>
            </a:r>
            <a:r>
              <a:rPr lang="en-US" sz="2000" b="1" dirty="0"/>
              <a:t>visual presence</a:t>
            </a:r>
            <a:r>
              <a:rPr lang="en-US" sz="2000" dirty="0"/>
              <a:t> via the webcam.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Attention Awareness:</a:t>
            </a:r>
            <a:r>
              <a:rPr lang="en-US" sz="2000" dirty="0"/>
              <a:t> The </a:t>
            </a:r>
            <a:r>
              <a:rPr lang="en-US" sz="2000" b="1" dirty="0"/>
              <a:t>"unfocused counter"</a:t>
            </a:r>
            <a:r>
              <a:rPr lang="en-US" sz="2000" dirty="0"/>
              <a:t> provides a novel metric for measuring productivity, e-learning engagement, or proctoring, a feature standard voice assistants lack.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Modular:</a:t>
            </a:r>
            <a:r>
              <a:rPr lang="en-US" sz="2000" dirty="0"/>
              <a:t> The system is built with separate files for each core function, making it easy to </a:t>
            </a:r>
            <a:r>
              <a:rPr lang="en-US" sz="2000" b="1" dirty="0"/>
              <a:t>maintain and expand</a:t>
            </a:r>
            <a:r>
              <a:rPr lang="en-US" sz="2000" dirty="0"/>
              <a:t> (e.g., adding new AI features).</a:t>
            </a:r>
          </a:p>
        </p:txBody>
      </p:sp>
    </p:spTree>
    <p:extLst>
      <p:ext uri="{BB962C8B-B14F-4D97-AF65-F5344CB8AC3E}">
        <p14:creationId xmlns:p14="http://schemas.microsoft.com/office/powerpoint/2010/main" val="1020895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366B-4C1F-0789-628E-088997BA1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027" y="982132"/>
            <a:ext cx="9601196" cy="1303867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Hardware &amp; Software Requirements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C5617D0-10FC-3FD4-987E-B28E7A1898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477462"/>
            <a:ext cx="960119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(PC or Laptop)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Webcam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face detection)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Microphone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voice commands)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Speakers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assistant's voice)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Windows, macOS, or Linux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Libraries: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opencv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-python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cv2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speechrecognition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pyttsx3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pygame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wikipedia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pyjokes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requests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12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2655-9038-1D4B-DA79-3715DE31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300814"/>
            <a:ext cx="9601196" cy="1303867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System Architecture</a:t>
            </a:r>
          </a:p>
        </p:txBody>
      </p:sp>
      <p:pic>
        <p:nvPicPr>
          <p:cNvPr id="9" name="Content Placeholder 8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F8364793-513D-0CBC-5E9B-3E8E5A308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1604681"/>
            <a:ext cx="9601196" cy="4579988"/>
          </a:xfrm>
        </p:spPr>
      </p:pic>
    </p:spTree>
    <p:extLst>
      <p:ext uri="{BB962C8B-B14F-4D97-AF65-F5344CB8AC3E}">
        <p14:creationId xmlns:p14="http://schemas.microsoft.com/office/powerpoint/2010/main" val="1663060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F829D-AD57-7A39-9D83-9F6C50CBA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Methodologies Used for Implementation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235955-9C73-F283-1B9E-12031F8B8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3" y="2429986"/>
            <a:ext cx="960119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Programming: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Structured code into independent, reusable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Event-Driven: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reacts to CV (focus changes) and Voice (commands)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Concurrency (Threading):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Enabled simultaneous Vision processing and Voice listening.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Incorporated external services for dynamic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 Development: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functionalities incrementally.</a:t>
            </a:r>
          </a:p>
        </p:txBody>
      </p:sp>
    </p:spTree>
    <p:extLst>
      <p:ext uri="{BB962C8B-B14F-4D97-AF65-F5344CB8AC3E}">
        <p14:creationId xmlns:p14="http://schemas.microsoft.com/office/powerpoint/2010/main" val="2820385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867A1-D358-8D1E-392D-CA42262A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List of 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9A8528-26CD-E2A9-D6B4-991AD400EC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845423"/>
            <a:ext cx="406713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Detection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Tracking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Assistant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Assistant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Launcher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Utility &amp; Helper Functions Module</a:t>
            </a:r>
          </a:p>
        </p:txBody>
      </p:sp>
    </p:spTree>
    <p:extLst>
      <p:ext uri="{BB962C8B-B14F-4D97-AF65-F5344CB8AC3E}">
        <p14:creationId xmlns:p14="http://schemas.microsoft.com/office/powerpoint/2010/main" val="2861450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BD97-2367-D164-547A-6D1B56AF1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Sample Program Code for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D080D-DED7-A818-8826-41B8CE35D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speech_recognition</a:t>
            </a:r>
            <a:r>
              <a:rPr lang="en-IN" dirty="0"/>
              <a:t> as </a:t>
            </a:r>
            <a:r>
              <a:rPr lang="en-IN" dirty="0" err="1"/>
              <a:t>sr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pyttsx3</a:t>
            </a:r>
          </a:p>
          <a:p>
            <a:pPr marL="0" indent="0">
              <a:buNone/>
            </a:pPr>
            <a:r>
              <a:rPr lang="en-IN" dirty="0"/>
              <a:t>import datetime</a:t>
            </a:r>
          </a:p>
          <a:p>
            <a:pPr marL="0" indent="0">
              <a:buNone/>
            </a:pPr>
            <a:r>
              <a:rPr lang="en-IN" dirty="0"/>
              <a:t>engine = pyttsx3.init()</a:t>
            </a:r>
          </a:p>
          <a:p>
            <a:pPr marL="0" indent="0">
              <a:buNone/>
            </a:pPr>
            <a:r>
              <a:rPr lang="en-IN" dirty="0"/>
              <a:t>listener = </a:t>
            </a:r>
            <a:r>
              <a:rPr lang="en-IN" dirty="0" err="1"/>
              <a:t>sr.Recognizer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def speak(text):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engine.say</a:t>
            </a:r>
            <a:r>
              <a:rPr lang="en-IN" dirty="0"/>
              <a:t>(text)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engine.runAndWait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5879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CF5D-27D8-7579-E7FC-50CBCD659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Sample Program Code for Explanation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1BDD4-D10C-05D7-7A1C-E891DF66C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8106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def </a:t>
            </a:r>
            <a:r>
              <a:rPr lang="en-IN" dirty="0" err="1"/>
              <a:t>take_command</a:t>
            </a:r>
            <a:r>
              <a:rPr lang="en-IN" dirty="0"/>
              <a:t>():</a:t>
            </a:r>
          </a:p>
          <a:p>
            <a:pPr marL="0" indent="0">
              <a:buNone/>
            </a:pPr>
            <a:r>
              <a:rPr lang="en-IN" dirty="0"/>
              <a:t>    with </a:t>
            </a:r>
            <a:r>
              <a:rPr lang="en-IN" dirty="0" err="1"/>
              <a:t>sr.Microphone</a:t>
            </a:r>
            <a:r>
              <a:rPr lang="en-IN" dirty="0"/>
              <a:t>() as source:</a:t>
            </a:r>
          </a:p>
          <a:p>
            <a:pPr marL="0" indent="0">
              <a:buNone/>
            </a:pPr>
            <a:r>
              <a:rPr lang="en-IN" dirty="0"/>
              <a:t>        audio = </a:t>
            </a:r>
            <a:r>
              <a:rPr lang="en-IN" dirty="0" err="1"/>
              <a:t>listener.listen</a:t>
            </a:r>
            <a:r>
              <a:rPr lang="en-IN" dirty="0"/>
              <a:t>(source)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listener.recognize_google</a:t>
            </a:r>
            <a:r>
              <a:rPr lang="en-IN" dirty="0"/>
              <a:t>(audio)</a:t>
            </a:r>
          </a:p>
          <a:p>
            <a:pPr marL="0" indent="0">
              <a:buNone/>
            </a:pPr>
            <a:r>
              <a:rPr lang="en-IN" dirty="0"/>
              <a:t>while True:</a:t>
            </a:r>
          </a:p>
          <a:p>
            <a:pPr marL="0" indent="0">
              <a:buNone/>
            </a:pPr>
            <a:r>
              <a:rPr lang="en-IN" dirty="0"/>
              <a:t>    command = </a:t>
            </a:r>
            <a:r>
              <a:rPr lang="en-IN" dirty="0" err="1"/>
              <a:t>take_command</a:t>
            </a:r>
            <a:r>
              <a:rPr lang="en-IN" dirty="0"/>
              <a:t>().lower()</a:t>
            </a:r>
          </a:p>
          <a:p>
            <a:pPr marL="0" indent="0">
              <a:buNone/>
            </a:pPr>
            <a:r>
              <a:rPr lang="en-IN" dirty="0"/>
              <a:t>    if "time" in command: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time_now</a:t>
            </a:r>
            <a:r>
              <a:rPr lang="en-IN" dirty="0"/>
              <a:t> = </a:t>
            </a:r>
            <a:r>
              <a:rPr lang="en-IN" dirty="0" err="1"/>
              <a:t>datetime.datetime.now</a:t>
            </a:r>
            <a:r>
              <a:rPr lang="en-IN" dirty="0"/>
              <a:t>().</a:t>
            </a:r>
            <a:r>
              <a:rPr lang="en-IN" dirty="0" err="1"/>
              <a:t>strftime</a:t>
            </a:r>
            <a:r>
              <a:rPr lang="en-IN" dirty="0"/>
              <a:t>("%H:%M:%S")</a:t>
            </a:r>
          </a:p>
          <a:p>
            <a:pPr marL="0" indent="0">
              <a:buNone/>
            </a:pPr>
            <a:r>
              <a:rPr lang="en-IN" dirty="0"/>
              <a:t>	 speak(</a:t>
            </a:r>
            <a:r>
              <a:rPr lang="en-IN" dirty="0" err="1"/>
              <a:t>f"The</a:t>
            </a:r>
            <a:r>
              <a:rPr lang="en-IN" dirty="0"/>
              <a:t> time is {</a:t>
            </a:r>
            <a:r>
              <a:rPr lang="en-IN" dirty="0" err="1"/>
              <a:t>time_now</a:t>
            </a:r>
            <a:r>
              <a:rPr lang="en-IN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743616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F5AC-AC0E-064E-1D5C-1347EB7DC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Sample Program Code for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F0CB1-46BC-039D-5E1E-1C7F25CCC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	</a:t>
            </a:r>
            <a:r>
              <a:rPr lang="en-US" dirty="0" err="1"/>
              <a:t>elif</a:t>
            </a:r>
            <a:r>
              <a:rPr lang="en-US" dirty="0"/>
              <a:t> "joke" in command:</a:t>
            </a:r>
          </a:p>
          <a:p>
            <a:pPr marL="0" indent="0">
              <a:buNone/>
            </a:pPr>
            <a:r>
              <a:rPr lang="en-US" dirty="0"/>
              <a:t>        speak("Why don't robots get tired? Because they recharge!")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elif</a:t>
            </a:r>
            <a:r>
              <a:rPr lang="en-US" dirty="0"/>
              <a:t> "stop" in command:</a:t>
            </a:r>
          </a:p>
          <a:p>
            <a:pPr marL="0" indent="0">
              <a:buNone/>
            </a:pPr>
            <a:r>
              <a:rPr lang="en-US" dirty="0"/>
              <a:t>        speak("Goodbye!")</a:t>
            </a:r>
          </a:p>
          <a:p>
            <a:pPr marL="0" indent="0">
              <a:buNone/>
            </a:pPr>
            <a:r>
              <a:rPr lang="en-US" dirty="0"/>
              <a:t>        break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811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25AD-A996-FEBB-98A5-DAF9FF0F9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Sample Screen Shots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9458B03F-668D-DDBC-DF25-FCBEC17F0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443943"/>
            <a:ext cx="9601196" cy="3707476"/>
          </a:xfrm>
        </p:spPr>
      </p:pic>
    </p:spTree>
    <p:extLst>
      <p:ext uri="{BB962C8B-B14F-4D97-AF65-F5344CB8AC3E}">
        <p14:creationId xmlns:p14="http://schemas.microsoft.com/office/powerpoint/2010/main" val="4263241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A7FF0-45B0-AB7F-ED33-59B9072F4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97BC7F0-F3B1-3DA1-181C-36B8FB4DE9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3246904"/>
            <a:ext cx="960119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Computer Vision (face detection).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SpeechRecognition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pyttsx3: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Voice Input (STT) and Output (TTS).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 &amp; Wikipedia/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PyJokes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API Integration and dynamic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threading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concurrent execution of vision and voice.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AI/ML Principles: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Underlying concepts for intent classification and real-time processing.</a:t>
            </a:r>
          </a:p>
        </p:txBody>
      </p:sp>
    </p:spTree>
    <p:extLst>
      <p:ext uri="{BB962C8B-B14F-4D97-AF65-F5344CB8AC3E}">
        <p14:creationId xmlns:p14="http://schemas.microsoft.com/office/powerpoint/2010/main" val="3006435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0839-C550-FFE4-34E0-F5D60022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91240-BB1A-3DF7-1021-0D09ECF0D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demonstrates the creation of a hybrid AI application by integrating computer vision with natural language processing. The system provides a practical tool that is not only reactive (through voice) but also aware of the user's presence (through vision). The "</a:t>
            </a:r>
            <a:r>
              <a:rPr lang="en-US" dirty="0" err="1"/>
              <a:t>unfocus</a:t>
            </a:r>
            <a:r>
              <a:rPr lang="en-US" dirty="0"/>
              <a:t> counter" serves as a simple yet effective proof-of-concept for building more advanced, attention-aware software for fields like e-learning and personal productivity.</a:t>
            </a:r>
          </a:p>
          <a:p>
            <a:pPr marL="0" indent="0">
              <a:buNone/>
            </a:pPr>
            <a:r>
              <a:rPr lang="en-US" dirty="0"/>
              <a:t>GitHub </a:t>
            </a:r>
            <a:r>
              <a:rPr lang="en-US"/>
              <a:t>Link :  </a:t>
            </a:r>
            <a:r>
              <a:rPr lang="en-US" dirty="0"/>
              <a:t>https://github.com/Bramhendra-C/VisionVoice-AI/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017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4442-A591-B79A-03D4-C9F871E7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Proof : Uploaded in GitHub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521EB4-0FF9-84B7-CB5A-227583C12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57464"/>
            <a:ext cx="9601196" cy="3494202"/>
          </a:xfrm>
        </p:spPr>
      </p:pic>
    </p:spTree>
    <p:extLst>
      <p:ext uri="{BB962C8B-B14F-4D97-AF65-F5344CB8AC3E}">
        <p14:creationId xmlns:p14="http://schemas.microsoft.com/office/powerpoint/2010/main" val="4214308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A7DB-A28A-1F83-0E0D-3B3A0B05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Proof : Uploaded in GitHub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861D93-6F93-DD66-9806-505A1AEB5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57463"/>
            <a:ext cx="9601196" cy="3317875"/>
          </a:xfrm>
        </p:spPr>
      </p:pic>
    </p:spTree>
    <p:extLst>
      <p:ext uri="{BB962C8B-B14F-4D97-AF65-F5344CB8AC3E}">
        <p14:creationId xmlns:p14="http://schemas.microsoft.com/office/powerpoint/2010/main" val="3940151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345B44-94A8-995B-8F4E-A34B798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080619"/>
            <a:ext cx="9609668" cy="200924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Thank You Sir</a:t>
            </a:r>
            <a:endParaRPr lang="en-IN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399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342</TotalTime>
  <Words>1121</Words>
  <Application>Microsoft Office PowerPoint</Application>
  <PresentationFormat>Widescreen</PresentationFormat>
  <Paragraphs>123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Unicode MS</vt:lpstr>
      <vt:lpstr>Garamond</vt:lpstr>
      <vt:lpstr>Google Sans Text</vt:lpstr>
      <vt:lpstr>Organic</vt:lpstr>
      <vt:lpstr>Internship Report &amp; project review-2</vt:lpstr>
      <vt:lpstr>ABOUT INDUSTRY/ORGANIZATION DETAILS </vt:lpstr>
      <vt:lpstr>Internship Certificate </vt:lpstr>
      <vt:lpstr>My Internship</vt:lpstr>
      <vt:lpstr>SPECIFIC TASKS</vt:lpstr>
      <vt:lpstr>The Project Proposal</vt:lpstr>
      <vt:lpstr>Title of your project</vt:lpstr>
      <vt:lpstr>Objective of your project</vt:lpstr>
      <vt:lpstr>Abstract</vt:lpstr>
      <vt:lpstr>Existing system with its disadvantages</vt:lpstr>
      <vt:lpstr>Proposed system with advantages</vt:lpstr>
      <vt:lpstr>Hardware &amp; Software Requirements</vt:lpstr>
      <vt:lpstr>System Architecture</vt:lpstr>
      <vt:lpstr>Methodologies Used for Implementation</vt:lpstr>
      <vt:lpstr>List of Modules</vt:lpstr>
      <vt:lpstr>Sample Program Code for Explanation</vt:lpstr>
      <vt:lpstr>Sample Program Code for Explanation </vt:lpstr>
      <vt:lpstr>Sample Program Code for Explanation</vt:lpstr>
      <vt:lpstr>Sample Screen Shots</vt:lpstr>
      <vt:lpstr>References</vt:lpstr>
      <vt:lpstr>Conclusion</vt:lpstr>
      <vt:lpstr>Proof : Uploaded in GitHub</vt:lpstr>
      <vt:lpstr>Proof : Uploaded in GitHub</vt:lpstr>
      <vt:lpstr>Thank You Sir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Cherukumudi Bramhendra</dc:creator>
  <cp:lastModifiedBy>Cherukumudi Bramhendra</cp:lastModifiedBy>
  <cp:revision>18</cp:revision>
  <dcterms:created xsi:type="dcterms:W3CDTF">2025-10-17T18:13:05Z</dcterms:created>
  <dcterms:modified xsi:type="dcterms:W3CDTF">2025-11-21T04:04:17Z</dcterms:modified>
</cp:coreProperties>
</file>